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0" d="100"/>
          <a:sy n="40" d="100"/>
        </p:scale>
        <p:origin x="3252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9E593-AC9F-7CC0-60CC-6BE198B52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6B97A4-5C07-F362-81F7-D5D9B70C2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87347B-D03A-14C2-DABE-FC71774D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038C7A-94D7-3E30-D02E-CD60560F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87F04-4933-8628-C222-3F2B191A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2885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46482-86AE-9A17-0CFE-B64A91CD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F4FA95-81A5-7DAA-9FE8-9CFB043D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C53015-2C7A-3981-B4DC-6AA58886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87B6AE-FEB3-C1C1-1D57-72674ED5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376CA1-D71C-4662-50EA-B6CA037D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36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FF332-599E-1FD6-4A86-EE5E09346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596394-F546-B928-88ED-51E14D7A3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ADE28F-30E3-C729-C746-0212FA26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1C6B34-86C0-900B-8153-7B0080DC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2C7AE-7FB0-531B-0487-18C36EF8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7323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D93C-55CF-6450-1C0E-7115CE22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D0FC1-C467-C840-CD20-97FD6E692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F161D5-9359-AF07-8E1C-C9B5D2BF2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446662-3ABF-FF49-FEBE-6D5D90C9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C71A45-9057-1D30-14B4-DFD9DA06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37EA35-F5F2-F712-2C65-59C27358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3141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94084-EB36-E2B1-E3A3-02CB7975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96F3AC-A0A1-0B85-FE22-146F44C4B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9CC7B4-A8B8-A3CC-D675-33F72AA23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630A03-9175-BB84-259B-B784949FB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4611C8-905A-5A98-43E7-1E3F035D0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7DCCAF-B876-D520-B78E-8ADE826B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A9D076-FEE4-7C29-3C8B-BC31F9C0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5C2172-061C-2A7B-18E0-D3193404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79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46558-1094-6B07-65C3-93E829FD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CE2C97-3D38-58E8-1873-FDB64F5C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F194F3-8425-793C-EFBA-38722D37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090EC9-6B1C-CC46-D42E-E819F579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672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178AB2-B34A-B53F-7E87-BD32539B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CCFD06-89A0-F040-AE9A-EE84CABC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582C2C-324B-9A12-101B-0979CF3B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4999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B3077-8D3D-56D7-01C9-4E5130802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E51A2D-5CE9-D803-28BA-9D3891159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846358-8722-F0EF-20C1-F015283A4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EFCD20-44AC-D9D9-CDE4-4D851AAB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96A555-4B5D-D30A-DC90-83E5143F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C45825-370D-D0AE-EAE2-49255B94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0433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3B0E7-9310-C07C-83A3-DB3E8A32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6D802C-B2E7-E063-8108-D79D57BAF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D44DBF-A2A2-F55A-9A93-942E7890A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569E7E-581B-656E-AB04-53008BCF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A32C90-F196-2C0D-C494-B678F554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D14DBE-9872-E174-008F-BD849EEB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1586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AC8EC-5B91-D5BE-816E-C0FE9D86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BD00EB-19B1-1525-334B-57ADD341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02083C-2601-17EB-C6DF-1F7CF9A8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7211EB-D5B4-D0CB-ED34-01EDE3FC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09480-A7C4-1E77-10FB-A9BBA0CC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7522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E7D8E8-AB71-87D4-631D-3D6FFA995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9CEF60-0E5C-ABC1-D72F-BC40862FC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BCB05-DBA8-1723-AF3D-B9EDC66F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8FC6D1-D750-4DCF-C783-67982EF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118A5-15CE-27C3-30B3-88760A66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601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E0034B-C3C9-CA62-AFEC-D51387D0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BDEDEE-24C8-C904-588B-0F77268B7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540B4-AAA5-1E78-F453-B0CA0E22A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B8C15-2D14-4EB9-993F-C4DE86833E18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C8A407-47D8-81AB-F749-2374D7E5A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DCE15F-3F65-E55C-69E2-F34EED65D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9ADEC-508C-4B25-802B-B6AAD6AFD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56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8.png"/><Relationship Id="rId7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10" Type="http://schemas.openxmlformats.org/officeDocument/2006/relationships/image" Target="../media/image12.svg"/><Relationship Id="rId4" Type="http://schemas.openxmlformats.org/officeDocument/2006/relationships/image" Target="../media/image9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40001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748984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1698767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701944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8529" y="701944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2605964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634" y="2605964"/>
            <a:ext cx="4724846" cy="31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53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3045"/>
            <a:ext cx="12192000" cy="15240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-2794316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-2035033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-2079356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8529" y="-2269856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-3905250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87" y="-3905250"/>
            <a:ext cx="4724846" cy="314441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DD3DD-79DE-7E94-696E-E6628E39BD4A}"/>
              </a:ext>
            </a:extLst>
          </p:cNvPr>
          <p:cNvSpPr txBox="1"/>
          <p:nvPr/>
        </p:nvSpPr>
        <p:spPr>
          <a:xfrm>
            <a:off x="1789788" y="804652"/>
            <a:ext cx="86124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/ inspiración </a:t>
            </a:r>
            <a:endParaRPr lang="es-CO" sz="66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9B944-4161-DC09-6FD2-BB53B6B77736}"/>
              </a:ext>
            </a:extLst>
          </p:cNvPr>
          <p:cNvSpPr txBox="1"/>
          <p:nvPr/>
        </p:nvSpPr>
        <p:spPr>
          <a:xfrm>
            <a:off x="1070521" y="2253543"/>
            <a:ext cx="100509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problemática de nuestro proyecto era que las veterinarias actuales desaprovechan la oportunidad de tener una mejor experiencia de tiempo para sus locales y personal. </a:t>
            </a:r>
          </a:p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eso nace ANIMALBEATS la cual ayuda de manera eficiente a través de un sistema sencillo y fácil de entender a las veterinarias de llevar a cabo sus funciones normales y tener un mejor control de su loca. </a:t>
            </a:r>
          </a:p>
          <a:p>
            <a:endParaRPr lang="es-CO" dirty="0"/>
          </a:p>
        </p:txBody>
      </p:sp>
      <p:pic>
        <p:nvPicPr>
          <p:cNvPr id="11" name="Gráfico 10" descr="Huellas de patas con relleno sólido">
            <a:extLst>
              <a:ext uri="{FF2B5EF4-FFF2-40B4-BE49-F238E27FC236}">
                <a16:creationId xmlns:a16="http://schemas.microsoft.com/office/drawing/2014/main" id="{F2D75636-F1C4-AC91-D103-08FE6C92DB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88" y="866443"/>
            <a:ext cx="914400" cy="914400"/>
          </a:xfrm>
          <a:prstGeom prst="rect">
            <a:avLst/>
          </a:prstGeom>
        </p:spPr>
      </p:pic>
      <p:pic>
        <p:nvPicPr>
          <p:cNvPr id="12" name="Gráfico 11" descr="Huellas de patas con relleno sólido">
            <a:extLst>
              <a:ext uri="{FF2B5EF4-FFF2-40B4-BE49-F238E27FC236}">
                <a16:creationId xmlns:a16="http://schemas.microsoft.com/office/drawing/2014/main" id="{D89F96EB-F040-5716-00AF-11D1EDB64B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5067" y="8664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30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05250"/>
            <a:ext cx="12192000" cy="15240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-2794316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-2035033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-2079356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8529" y="-2269856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-3905250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87" y="-3905250"/>
            <a:ext cx="4724846" cy="314441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DD3DD-79DE-7E94-696E-E6628E39BD4A}"/>
              </a:ext>
            </a:extLst>
          </p:cNvPr>
          <p:cNvSpPr txBox="1"/>
          <p:nvPr/>
        </p:nvSpPr>
        <p:spPr>
          <a:xfrm>
            <a:off x="1789788" y="-4392990"/>
            <a:ext cx="86124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/ inspiración </a:t>
            </a:r>
            <a:endParaRPr lang="es-CO" sz="66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9B944-4161-DC09-6FD2-BB53B6B77736}"/>
              </a:ext>
            </a:extLst>
          </p:cNvPr>
          <p:cNvSpPr txBox="1"/>
          <p:nvPr/>
        </p:nvSpPr>
        <p:spPr>
          <a:xfrm>
            <a:off x="1070521" y="-5591051"/>
            <a:ext cx="100509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problemática de nuestro proyecto era que las veterinarias actuales desaprovechan la oportunidad de tener una mejor experiencia de tiempo para sus locales y personal. </a:t>
            </a:r>
          </a:p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eso nace ANIMALBEATS la cual ayuda de manera eficiente a través de un sistema sencillo y fácil de entender a las veterinarias de llevar a cabo sus funciones normales y tener un mejor control de su loca. 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5BA937-3336-CE6A-C612-608E858AB146}"/>
              </a:ext>
            </a:extLst>
          </p:cNvPr>
          <p:cNvSpPr txBox="1"/>
          <p:nvPr/>
        </p:nvSpPr>
        <p:spPr>
          <a:xfrm>
            <a:off x="2383491" y="523783"/>
            <a:ext cx="79551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 y propuesta </a:t>
            </a:r>
            <a:endParaRPr lang="es-CO" sz="6600" b="1" i="1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D0AA659-C13E-7022-7B56-1C47632D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520" y="2291472"/>
            <a:ext cx="47248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 en Veterinarias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 veterinarias enfrentan dificultades en el control de historias clínicas, citas, inventario, facturación y comunicación, causando desorganización y clientes insatisfechos.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ED397A-516F-85C6-87B5-207B94EF0BE0}"/>
              </a:ext>
            </a:extLst>
          </p:cNvPr>
          <p:cNvSpPr txBox="1"/>
          <p:nvPr/>
        </p:nvSpPr>
        <p:spPr>
          <a:xfrm>
            <a:off x="1070520" y="1696856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88E68B-90CA-90CC-72B3-B58DEA1B0916}"/>
              </a:ext>
            </a:extLst>
          </p:cNvPr>
          <p:cNvSpPr txBox="1"/>
          <p:nvPr/>
        </p:nvSpPr>
        <p:spPr>
          <a:xfrm>
            <a:off x="6361086" y="1696856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Proyecto: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5C47735-5455-4CE6-F1D9-23B8768DE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86" y="2353590"/>
            <a:ext cx="476039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Resumen de Gestión de Pacientes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gestión incluye registro de pacientes, citas, control de inventario, facturación, y un portal para clientes con reportes detallados.</a:t>
            </a:r>
          </a:p>
        </p:txBody>
      </p:sp>
      <p:pic>
        <p:nvPicPr>
          <p:cNvPr id="19" name="Gráfico 18" descr="Huellas de patas con relleno sólido">
            <a:extLst>
              <a:ext uri="{FF2B5EF4-FFF2-40B4-BE49-F238E27FC236}">
                <a16:creationId xmlns:a16="http://schemas.microsoft.com/office/drawing/2014/main" id="{7ADB1397-C235-38F9-6307-8BEEA38EC2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3109" y="489121"/>
            <a:ext cx="914400" cy="914400"/>
          </a:xfrm>
          <a:prstGeom prst="rect">
            <a:avLst/>
          </a:prstGeom>
        </p:spPr>
      </p:pic>
      <p:pic>
        <p:nvPicPr>
          <p:cNvPr id="20" name="Gráfico 19" descr="Huellas de patas con relleno sólido">
            <a:extLst>
              <a:ext uri="{FF2B5EF4-FFF2-40B4-BE49-F238E27FC236}">
                <a16:creationId xmlns:a16="http://schemas.microsoft.com/office/drawing/2014/main" id="{73E5AF13-2B86-8B0B-2AC5-7186A5ED0C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81482" y="7173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36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14325"/>
            <a:ext cx="12192000" cy="15240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-2794316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-2035033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-2079356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8529" y="-2269856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-3905250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87" y="-3905250"/>
            <a:ext cx="4724846" cy="314441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DD3DD-79DE-7E94-696E-E6628E39BD4A}"/>
              </a:ext>
            </a:extLst>
          </p:cNvPr>
          <p:cNvSpPr txBox="1"/>
          <p:nvPr/>
        </p:nvSpPr>
        <p:spPr>
          <a:xfrm>
            <a:off x="1789788" y="-4392990"/>
            <a:ext cx="86124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/ inspiración </a:t>
            </a:r>
            <a:endParaRPr lang="es-CO" sz="66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9B944-4161-DC09-6FD2-BB53B6B77736}"/>
              </a:ext>
            </a:extLst>
          </p:cNvPr>
          <p:cNvSpPr txBox="1"/>
          <p:nvPr/>
        </p:nvSpPr>
        <p:spPr>
          <a:xfrm>
            <a:off x="1070521" y="-5591051"/>
            <a:ext cx="100509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problemática de nuestro proyecto era que las veterinarias actuales desaprovechan la oportunidad de tener una mejor experiencia de tiempo para sus locales y personal. </a:t>
            </a:r>
          </a:p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eso nace ANIMALBEATS la cual ayuda de manera eficiente a través de un sistema sencillo y fácil de entender a las veterinarias de llevar a cabo sus funciones normales y tener un mejor control de su loca. 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5BA937-3336-CE6A-C612-608E858AB146}"/>
              </a:ext>
            </a:extLst>
          </p:cNvPr>
          <p:cNvSpPr txBox="1"/>
          <p:nvPr/>
        </p:nvSpPr>
        <p:spPr>
          <a:xfrm>
            <a:off x="4617869" y="10187"/>
            <a:ext cx="29562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Proceso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D0AA659-C13E-7022-7B56-1C47632D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520" y="-11328290"/>
            <a:ext cx="47248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 en Veterinarias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 veterinarias enfrentan dificultades en el control de historias clínicas, citas, inventario, facturación y comunicación, causando desorganización y clientes insatisfechos.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ED397A-516F-85C6-87B5-207B94EF0BE0}"/>
              </a:ext>
            </a:extLst>
          </p:cNvPr>
          <p:cNvSpPr txBox="1"/>
          <p:nvPr/>
        </p:nvSpPr>
        <p:spPr>
          <a:xfrm>
            <a:off x="1070520" y="-4463314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88E68B-90CA-90CC-72B3-B58DEA1B0916}"/>
              </a:ext>
            </a:extLst>
          </p:cNvPr>
          <p:cNvSpPr txBox="1"/>
          <p:nvPr/>
        </p:nvSpPr>
        <p:spPr>
          <a:xfrm>
            <a:off x="6361086" y="-3982050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Proyecto: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5C47735-5455-4CE6-F1D9-23B8768DE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86" y="-11025540"/>
            <a:ext cx="476039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Resumen de Gestión de Pacientes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gestión incluye registro de pacientes, citas, control de inventario, facturación, y un portal para clientes con reportes detallados.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4B7555-6874-47DA-8F95-80497D92FA79}"/>
              </a:ext>
            </a:extLst>
          </p:cNvPr>
          <p:cNvSpPr txBox="1"/>
          <p:nvPr/>
        </p:nvSpPr>
        <p:spPr>
          <a:xfrm>
            <a:off x="1070520" y="4917605"/>
            <a:ext cx="4256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Herramientas utilizadas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C8E549A-9366-FE44-A5F5-00251DA4D7DD}"/>
              </a:ext>
            </a:extLst>
          </p:cNvPr>
          <p:cNvSpPr txBox="1"/>
          <p:nvPr/>
        </p:nvSpPr>
        <p:spPr>
          <a:xfrm>
            <a:off x="1070520" y="5605932"/>
            <a:ext cx="10015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utiliza Node.js con Express para la API REST, React.js para la interfaz, PostgreSQL como base de datos, y Git/GitHub para control de versiones.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4F8EF05-B1A4-BCCE-3C65-A0F4572ADF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70522" y="1098302"/>
            <a:ext cx="1005095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 responsiva en lugar de una app móvil nativa → así los clientes y veterinarios pueden acceder desde cualquier dispositivo sin descargar nada.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→ para separar la lógica del servidor de la interfaz, facilitando futuras integraciones.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de datos → para mantener relaciones claras entre veterinarios, mascotas, citas y facturas.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Notificaciones→ elegidas para reducir ausencias a las citas y mejorar la fidelización.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Diseño minimalista → priorizando rapidez de carga y facilidad de uso incluso para personas con poca experiencia tecnológica.</a:t>
            </a:r>
          </a:p>
        </p:txBody>
      </p:sp>
      <p:pic>
        <p:nvPicPr>
          <p:cNvPr id="19" name="Gráfico 18" descr="Huellas de patas con relleno sólido">
            <a:extLst>
              <a:ext uri="{FF2B5EF4-FFF2-40B4-BE49-F238E27FC236}">
                <a16:creationId xmlns:a16="http://schemas.microsoft.com/office/drawing/2014/main" id="{1D90061D-5CE5-4098-45B1-5C768B89D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4128" y="150250"/>
            <a:ext cx="914400" cy="914400"/>
          </a:xfrm>
          <a:prstGeom prst="rect">
            <a:avLst/>
          </a:prstGeom>
        </p:spPr>
      </p:pic>
      <p:pic>
        <p:nvPicPr>
          <p:cNvPr id="20" name="Gráfico 19" descr="Huellas de patas con relleno sólido">
            <a:extLst>
              <a:ext uri="{FF2B5EF4-FFF2-40B4-BE49-F238E27FC236}">
                <a16:creationId xmlns:a16="http://schemas.microsoft.com/office/drawing/2014/main" id="{C6368C7D-407A-2955-549A-E30A28FC14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469" y="150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25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02180"/>
            <a:ext cx="12192000" cy="157601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-2794316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-2035033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-2079356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8529" y="-2269856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-3905250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87" y="-3905250"/>
            <a:ext cx="4724846" cy="314441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DD3DD-79DE-7E94-696E-E6628E39BD4A}"/>
              </a:ext>
            </a:extLst>
          </p:cNvPr>
          <p:cNvSpPr txBox="1"/>
          <p:nvPr/>
        </p:nvSpPr>
        <p:spPr>
          <a:xfrm>
            <a:off x="1789788" y="-4392990"/>
            <a:ext cx="86124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/ inspiración </a:t>
            </a:r>
            <a:endParaRPr lang="es-CO" sz="66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9B944-4161-DC09-6FD2-BB53B6B77736}"/>
              </a:ext>
            </a:extLst>
          </p:cNvPr>
          <p:cNvSpPr txBox="1"/>
          <p:nvPr/>
        </p:nvSpPr>
        <p:spPr>
          <a:xfrm>
            <a:off x="1070521" y="-5591051"/>
            <a:ext cx="100509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problemática de nuestro proyecto era que las veterinarias actuales desaprovechan la oportunidad de tener una mejor experiencia de tiempo para sus locales y personal. </a:t>
            </a:r>
          </a:p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eso nace ANIMALBEATS la cual ayuda de manera eficiente a través de un sistema sencillo y fácil de entender a las veterinarias de llevar a cabo sus funciones normales y tener un mejor control de su loca. 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5BA937-3336-CE6A-C612-608E858AB146}"/>
              </a:ext>
            </a:extLst>
          </p:cNvPr>
          <p:cNvSpPr txBox="1"/>
          <p:nvPr/>
        </p:nvSpPr>
        <p:spPr>
          <a:xfrm>
            <a:off x="2465837" y="40682"/>
            <a:ext cx="72603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actuales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D0AA659-C13E-7022-7B56-1C47632D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520" y="-11328290"/>
            <a:ext cx="47248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 en Veterinarias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 veterinarias enfrentan dificultades en el control de historias clínicas, citas, inventario, facturación y comunicación, causando desorganización y clientes insatisfechos.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ED397A-516F-85C6-87B5-207B94EF0BE0}"/>
              </a:ext>
            </a:extLst>
          </p:cNvPr>
          <p:cNvSpPr txBox="1"/>
          <p:nvPr/>
        </p:nvSpPr>
        <p:spPr>
          <a:xfrm>
            <a:off x="1070520" y="-4463314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88E68B-90CA-90CC-72B3-B58DEA1B0916}"/>
              </a:ext>
            </a:extLst>
          </p:cNvPr>
          <p:cNvSpPr txBox="1"/>
          <p:nvPr/>
        </p:nvSpPr>
        <p:spPr>
          <a:xfrm>
            <a:off x="6361086" y="-3982050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Proyecto: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5C47735-5455-4CE6-F1D9-23B8768DE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86" y="-11025540"/>
            <a:ext cx="476039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Resumen de Gestión de Pacientes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gestión incluye registro de pacientes, citas, control de inventario, facturación, y un portal para clientes con reportes detallados.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AD541A3-D24C-0DA6-7CA0-7835843D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937" y="1143931"/>
            <a:ext cx="1057212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Visualizador y panel de control funcional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kumimoji="0" lang="es-CO" altLang="es-CO" sz="2000" b="1" i="1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claro y responsivo para que las veterinarias vean citas, historial médico y estado del inventario en tiempo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Gestión de letra y estructura del sistema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Tipografía y diseño minimalista optimizados para pantallas de escritorio y móviles.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Estructura modular del sistema: cada módulo (citas, pacientes, inventario, facturación) funciona de forma independiente pero conectado a la misma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de datos centralizada y segura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 con cifrado de datos sensibles y respaldos automáticos.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Permite que varias sucursales de una misma cadena de veterinarias compartan la información sin errores.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Implementación </a:t>
            </a:r>
            <a:r>
              <a:rPr kumimoji="0" lang="es-CO" altLang="es-CO" sz="2000" b="1" i="1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multi-sucursal</a:t>
            </a:r>
            <a:endParaRPr kumimoji="0" lang="es-CO" altLang="es-CO" sz="2000" b="1" i="1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Actualmente varias veterinarias ya están usando el sistema para gestión de citas, facturación y control de stock.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Sincronización en tiempo real entre todas las sedes.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Gráfico 18" descr="Huellas de patas con relleno sólido">
            <a:extLst>
              <a:ext uri="{FF2B5EF4-FFF2-40B4-BE49-F238E27FC236}">
                <a16:creationId xmlns:a16="http://schemas.microsoft.com/office/drawing/2014/main" id="{32676F5F-6D7A-9837-1023-4BD6E92D0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3109" y="40682"/>
            <a:ext cx="914400" cy="914400"/>
          </a:xfrm>
          <a:prstGeom prst="rect">
            <a:avLst/>
          </a:prstGeom>
        </p:spPr>
      </p:pic>
      <p:pic>
        <p:nvPicPr>
          <p:cNvPr id="20" name="Gráfico 19" descr="Huellas de patas con relleno sólido">
            <a:extLst>
              <a:ext uri="{FF2B5EF4-FFF2-40B4-BE49-F238E27FC236}">
                <a16:creationId xmlns:a16="http://schemas.microsoft.com/office/drawing/2014/main" id="{43EC217E-45D1-8AB5-8825-040CF867F0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6158" y="850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50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agua, montaña&#10;&#10;El contenido generado por IA puede ser incorrecto.">
            <a:extLst>
              <a:ext uri="{FF2B5EF4-FFF2-40B4-BE49-F238E27FC236}">
                <a16:creationId xmlns:a16="http://schemas.microsoft.com/office/drawing/2014/main" id="{BCD6C3FA-0668-080E-A19E-ADB7E870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73080"/>
            <a:ext cx="12192000" cy="191310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307A5-6DAD-33A8-AA94-CD4DC1F25053}"/>
              </a:ext>
            </a:extLst>
          </p:cNvPr>
          <p:cNvSpPr txBox="1"/>
          <p:nvPr/>
        </p:nvSpPr>
        <p:spPr>
          <a:xfrm>
            <a:off x="3722593" y="-2794316"/>
            <a:ext cx="47468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s-CO" sz="4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DBDD0D-1BAB-E3F4-CE6D-C82C531C258D}"/>
              </a:ext>
            </a:extLst>
          </p:cNvPr>
          <p:cNvSpPr txBox="1"/>
          <p:nvPr/>
        </p:nvSpPr>
        <p:spPr>
          <a:xfrm>
            <a:off x="2185730" y="-2035033"/>
            <a:ext cx="7820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“Tecnología al servicio del bienestar animal”</a:t>
            </a:r>
          </a:p>
        </p:txBody>
      </p:sp>
      <p:pic>
        <p:nvPicPr>
          <p:cNvPr id="9" name="Gráfico 8" descr="Huellas de patas con relleno sólido">
            <a:extLst>
              <a:ext uri="{FF2B5EF4-FFF2-40B4-BE49-F238E27FC236}">
                <a16:creationId xmlns:a16="http://schemas.microsoft.com/office/drawing/2014/main" id="{BD45EF15-1FF2-B10A-564F-000897AB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9068" y="-2079356"/>
            <a:ext cx="914400" cy="914400"/>
          </a:xfrm>
          <a:prstGeom prst="rect">
            <a:avLst/>
          </a:prstGeom>
        </p:spPr>
      </p:pic>
      <p:pic>
        <p:nvPicPr>
          <p:cNvPr id="10" name="Gráfico 9" descr="Huellas de patas con relleno sólido">
            <a:extLst>
              <a:ext uri="{FF2B5EF4-FFF2-40B4-BE49-F238E27FC236}">
                <a16:creationId xmlns:a16="http://schemas.microsoft.com/office/drawing/2014/main" id="{88E18E40-A1DC-9433-94F8-66DB6DCF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8529" y="-2269856"/>
            <a:ext cx="914400" cy="914400"/>
          </a:xfrm>
          <a:prstGeom prst="rect">
            <a:avLst/>
          </a:prstGeom>
        </p:spPr>
      </p:pic>
      <p:pic>
        <p:nvPicPr>
          <p:cNvPr id="17" name="Imagen 16" descr="Un gato acostado en el pasto&#10;&#10;El contenido generado por IA puede ser incorrecto.">
            <a:extLst>
              <a:ext uri="{FF2B5EF4-FFF2-40B4-BE49-F238E27FC236}">
                <a16:creationId xmlns:a16="http://schemas.microsoft.com/office/drawing/2014/main" id="{293AF736-CB18-1EC9-4F26-C43F049A1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0"/>
          <a:stretch/>
        </p:blipFill>
        <p:spPr>
          <a:xfrm>
            <a:off x="1070521" y="-3905250"/>
            <a:ext cx="4724846" cy="3144410"/>
          </a:xfrm>
          <a:prstGeom prst="rect">
            <a:avLst/>
          </a:prstGeom>
        </p:spPr>
      </p:pic>
      <p:pic>
        <p:nvPicPr>
          <p:cNvPr id="21" name="Imagen 20" descr="Un perro parado en dos patas&#10;&#10;El contenido generado por IA puede ser incorrecto.">
            <a:extLst>
              <a:ext uri="{FF2B5EF4-FFF2-40B4-BE49-F238E27FC236}">
                <a16:creationId xmlns:a16="http://schemas.microsoft.com/office/drawing/2014/main" id="{278B3474-6493-F048-AF5E-ACD80958B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87" y="-3905250"/>
            <a:ext cx="4724846" cy="314441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DD3DD-79DE-7E94-696E-E6628E39BD4A}"/>
              </a:ext>
            </a:extLst>
          </p:cNvPr>
          <p:cNvSpPr txBox="1"/>
          <p:nvPr/>
        </p:nvSpPr>
        <p:spPr>
          <a:xfrm>
            <a:off x="1789788" y="-4392990"/>
            <a:ext cx="86124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/ inspiración </a:t>
            </a:r>
            <a:endParaRPr lang="es-CO" sz="66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9B944-4161-DC09-6FD2-BB53B6B77736}"/>
              </a:ext>
            </a:extLst>
          </p:cNvPr>
          <p:cNvSpPr txBox="1"/>
          <p:nvPr/>
        </p:nvSpPr>
        <p:spPr>
          <a:xfrm>
            <a:off x="1070521" y="-5591051"/>
            <a:ext cx="100509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problemática de nuestro proyecto era que las veterinarias actuales desaprovechan la oportunidad de tener una mejor experiencia de tiempo para sus locales y personal. </a:t>
            </a:r>
          </a:p>
          <a:p>
            <a:r>
              <a:rPr lang="es-CO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eso nace ANIMALBEATS la cual ayuda de manera eficiente a través de un sistema sencillo y fácil de entender a las veterinarias de llevar a cabo sus funciones normales y tener un mejor control de su loca. 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5BA937-3336-CE6A-C612-608E858AB146}"/>
              </a:ext>
            </a:extLst>
          </p:cNvPr>
          <p:cNvSpPr txBox="1"/>
          <p:nvPr/>
        </p:nvSpPr>
        <p:spPr>
          <a:xfrm>
            <a:off x="4899996" y="79187"/>
            <a:ext cx="23920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Cierre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D0AA659-C13E-7022-7B56-1C47632D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520" y="-11328290"/>
            <a:ext cx="47248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 en Veterinarias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 veterinarias enfrentan dificultades en el control de historias clínicas, citas, inventario, facturación y comunicación, causando desorganización y clientes insatisfechos.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ED397A-516F-85C6-87B5-207B94EF0BE0}"/>
              </a:ext>
            </a:extLst>
          </p:cNvPr>
          <p:cNvSpPr txBox="1"/>
          <p:nvPr/>
        </p:nvSpPr>
        <p:spPr>
          <a:xfrm>
            <a:off x="1070520" y="-4463314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88E68B-90CA-90CC-72B3-B58DEA1B0916}"/>
              </a:ext>
            </a:extLst>
          </p:cNvPr>
          <p:cNvSpPr txBox="1"/>
          <p:nvPr/>
        </p:nvSpPr>
        <p:spPr>
          <a:xfrm>
            <a:off x="6361086" y="-3982050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Proyecto: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5C47735-5455-4CE6-F1D9-23B8768DE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86" y="-11025540"/>
            <a:ext cx="476039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Resumen de Gestión de Pacientes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gestión incluye registro de pacientes, citas, control de inventario, facturación, y un portal para clientes con reportes detallados.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AD541A3-D24C-0DA6-7CA0-7835843D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01" y="1422037"/>
            <a:ext cx="1124259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aún no eres parte de esta red de veterinarias digitalizadas, te invitamos a unirte y descubrir cómo nuestro sistema puede optimizar tu gestión, ahorrar tiempo y brindar un mejor servicio a tus clientes.</a:t>
            </a:r>
            <a:endParaRPr kumimoji="0" lang="es-CO" altLang="es-CO" sz="32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32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32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n 24" descr="Un pato en el pasto&#10;&#10;El contenido generado por IA puede ser incorrecto.">
            <a:extLst>
              <a:ext uri="{FF2B5EF4-FFF2-40B4-BE49-F238E27FC236}">
                <a16:creationId xmlns:a16="http://schemas.microsoft.com/office/drawing/2014/main" id="{6744A26C-A47F-7DA4-12A7-5ECBD86B1A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0" y="3618693"/>
            <a:ext cx="4509459" cy="2698720"/>
          </a:xfrm>
          <a:prstGeom prst="rect">
            <a:avLst/>
          </a:prstGeom>
        </p:spPr>
      </p:pic>
      <p:pic>
        <p:nvPicPr>
          <p:cNvPr id="27" name="Imagen 26" descr="Un grupo de pingüino&#10;&#10;El contenido generado por IA puede ser incorrecto.">
            <a:extLst>
              <a:ext uri="{FF2B5EF4-FFF2-40B4-BE49-F238E27FC236}">
                <a16:creationId xmlns:a16="http://schemas.microsoft.com/office/drawing/2014/main" id="{58D3013E-77AC-0FB8-79EB-6983A3024B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561" y="3135224"/>
            <a:ext cx="4242919" cy="3182189"/>
          </a:xfrm>
          <a:prstGeom prst="rect">
            <a:avLst/>
          </a:prstGeom>
        </p:spPr>
      </p:pic>
      <p:pic>
        <p:nvPicPr>
          <p:cNvPr id="29" name="Gráfico 28" descr="Huellas de patas con relleno sólido">
            <a:extLst>
              <a:ext uri="{FF2B5EF4-FFF2-40B4-BE49-F238E27FC236}">
                <a16:creationId xmlns:a16="http://schemas.microsoft.com/office/drawing/2014/main" id="{4A2564AD-4F2F-C33B-766C-81F5C78DA7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5596" y="175985"/>
            <a:ext cx="914400" cy="914400"/>
          </a:xfrm>
          <a:prstGeom prst="rect">
            <a:avLst/>
          </a:prstGeom>
        </p:spPr>
      </p:pic>
      <p:pic>
        <p:nvPicPr>
          <p:cNvPr id="30" name="Gráfico 29" descr="Huellas de patas con relleno sólido">
            <a:extLst>
              <a:ext uri="{FF2B5EF4-FFF2-40B4-BE49-F238E27FC236}">
                <a16:creationId xmlns:a16="http://schemas.microsoft.com/office/drawing/2014/main" id="{0DCC877D-DF54-4105-4D67-9A0C72F859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1997" y="1760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12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952</Words>
  <Application>Microsoft Office PowerPoint</Application>
  <PresentationFormat>Panorámica</PresentationFormat>
  <Paragraphs>74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jair Cadena Quintero</dc:creator>
  <cp:lastModifiedBy>Alan jair Cadena Quintero</cp:lastModifiedBy>
  <cp:revision>1</cp:revision>
  <dcterms:created xsi:type="dcterms:W3CDTF">2025-08-12T01:45:02Z</dcterms:created>
  <dcterms:modified xsi:type="dcterms:W3CDTF">2025-08-12T02:52:53Z</dcterms:modified>
</cp:coreProperties>
</file>